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2D62E-DF4E-8000-8926-34A001047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9FE7A8-544A-749B-D5C8-5E5ED7D79C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7035B7-65B9-72CB-2CC5-20B5A3E5E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D54FC-1255-42B6-8A4C-F8BC0C5F094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4C4192-0052-7447-0DE6-D75BE4C4C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88BB36-4094-255E-5BB5-1424281EF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460D6-0C4A-4E2E-8CDB-C9F8416A3D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161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A64EA-381C-26A2-38A6-979890274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A3A0EF-6DD7-62A9-21CF-5904CB8795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0E9B18-3BEE-BEF2-5F83-07764B157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D54FC-1255-42B6-8A4C-F8BC0C5F094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651ADE-ACED-537D-F876-F9D37A6CD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F9AAC5-B9B4-C946-2977-CFEC118C5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460D6-0C4A-4E2E-8CDB-C9F8416A3D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001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4F016-6209-E14B-A754-C93982550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C0CB3C-3952-D383-CD3A-D99DE49ABA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13C597-46C8-F293-9F16-58DA2834F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D54FC-1255-42B6-8A4C-F8BC0C5F094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2C865F-AF05-40BF-D193-4F7B5E25A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309314-C5D2-4160-9EFB-27DC86D2F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460D6-0C4A-4E2E-8CDB-C9F8416A3D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503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91423-AC17-01B4-3923-EB2065D93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C85A90-6A28-EF1B-6E8B-1FAAE5C2A1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F83546-CE85-CA37-4076-FE39EC9E1F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DC24B6-33A4-04C8-C60B-9E1D3273C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D54FC-1255-42B6-8A4C-F8BC0C5F094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B1FC59-FAE8-43DF-9DB1-B4819EE06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E77452-D5DF-4705-F157-1DCCDB921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460D6-0C4A-4E2E-8CDB-C9F8416A3D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492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FF7A7-B898-B356-F4CB-FC7E20EBD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38B189-EA16-FC77-DE25-9CBB034BEC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A5E22D-B9C3-4427-CA67-8B84381183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B6D15C-2ED9-6320-21A0-13C8A2FF01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5570F3-C782-2CE3-A33B-F1720D331E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13D8F8-4874-6BC8-71AC-7C813B7C6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D54FC-1255-42B6-8A4C-F8BC0C5F094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F74754-BF0A-9EB4-F4AB-C0927E113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A3BAE3-9B59-F1CE-674A-CE5088EBD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460D6-0C4A-4E2E-8CDB-C9F8416A3D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336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B05DE-0BA3-FDB6-E294-E86DAE818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ECE5C3-874C-EDD7-DE3C-7FCDBCE30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D54FC-1255-42B6-8A4C-F8BC0C5F094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5393BB-31A4-4BF2-A002-2FD506E0B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0A15D9-FFE5-C9B9-11DE-626E90643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460D6-0C4A-4E2E-8CDB-C9F8416A3D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362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6A0A03-5131-8FD3-0D3D-786F51405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D54FC-1255-42B6-8A4C-F8BC0C5F094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CDE2A2-34EE-8DDC-33EF-AAD18B06C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B98ACC-F17A-A6F2-C19F-A111DD356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460D6-0C4A-4E2E-8CDB-C9F8416A3D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400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37447-AD95-FF80-83C2-D16A3E3C3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FF3553-53DD-E64A-EDF6-CB00ED6430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116D8D-5856-69C0-4720-95EE3DEE04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A2B21A-7C52-389A-7126-168A2A25D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D54FC-1255-42B6-8A4C-F8BC0C5F094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CE6F03-4F32-D466-AD35-443967105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FFF5B5-2961-D56F-51E6-715F4FC7C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460D6-0C4A-4E2E-8CDB-C9F8416A3D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961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37E2E-564B-16CA-E2F7-1429E074F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937618-1ED3-D023-A77C-95E76625CD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701F71-4F89-78BA-BE48-CE07E5B1B5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7B12C2-9B9A-7A74-1CBA-3CD033276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D54FC-1255-42B6-8A4C-F8BC0C5F094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3DDE60-C721-D4D6-F5CA-7FE4DED9D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CFB2B3-AC78-5AF6-B776-4061DC99C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460D6-0C4A-4E2E-8CDB-C9F8416A3D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720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EFDF6-817F-9695-AFA0-DB6DD4277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205158-E70E-1796-F545-46EE558A2C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B10336-F9F9-02DB-9DD9-3CFE55958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D54FC-1255-42B6-8A4C-F8BC0C5F094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2DE894-6AEE-BB13-A482-4EE4DC266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7CE845-CF44-1F11-EE54-46796732C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460D6-0C4A-4E2E-8CDB-C9F8416A3D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662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8DFBF4-EB17-B27F-83AD-E8C613B4B5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C0B477-C3EB-0BEE-1E18-D8489898D4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8E0278-5740-EB51-2F35-810CD2D6E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D54FC-1255-42B6-8A4C-F8BC0C5F094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F8FA2C-26C3-590A-512D-4C9997347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7FB9BD-5BD3-5011-CB1F-17DD3897A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460D6-0C4A-4E2E-8CDB-C9F8416A3D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201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DCFB34-143A-C3FA-94C7-79F65E15F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C9D9AE-6B63-464A-480F-AB8B022DD2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A4C517-036D-9A8F-4449-0CDCABADEC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2D54FC-1255-42B6-8A4C-F8BC0C5F094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678323-E5DB-0CD1-1A4B-5A9485C01E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5CFC57-E050-2A58-2D89-1B7A512C3C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9460D6-0C4A-4E2E-8CDB-C9F8416A3D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81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04853-EAEC-7DFA-929E-D7718AB72A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Huzaifa 2</a:t>
            </a:r>
            <a:br>
              <a:rPr lang="en-US"/>
            </a:br>
            <a:r>
              <a:rPr lang="en-US"/>
              <a:t>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BF6220-52DF-4152-5C69-D1F922FBB25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6534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Huzaifa 2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Huzaifa 2  </dc:title>
  <dc:creator>Lenovo</dc:creator>
  <cp:lastModifiedBy>Lenovo</cp:lastModifiedBy>
  <cp:revision>1</cp:revision>
  <dcterms:created xsi:type="dcterms:W3CDTF">2025-12-10T06:10:35Z</dcterms:created>
  <dcterms:modified xsi:type="dcterms:W3CDTF">2025-12-10T06:10:57Z</dcterms:modified>
</cp:coreProperties>
</file>