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7C57-42CE-6F93-29F9-0BC7CCA29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FD666-5B63-2CA0-6C97-CEC121CFC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DA857-BC49-2F2B-4047-9A6A6EEC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0A932-F4F2-5DCC-4172-767F155B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C034-D723-5039-71A7-CFB92EB6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8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84CE-7442-80C9-4EAA-127B91E9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CB29-C51F-B54C-DE54-4FD1124B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A1A8F-5E42-9423-1D31-8DDEE513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44249-DE0E-9AAD-F71B-9EE00FE4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98D7-43FA-9BB0-1F9E-0D67F228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5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30EA-78C0-FAC9-12D5-8CD146ACA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A4A5F-4821-0FF6-D7FE-4322F154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F46D-5051-AAB9-4DAF-80F32799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13F3-DBAD-11E7-5BBF-0976CF52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32FED-40FB-7EFA-5835-3FDCA43C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3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76FE-E119-2208-207B-78A23EBC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0A07D-4E43-F322-0373-A43B3857D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60646-F534-2366-978C-138EAA254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2FBDB-C5B7-6FA6-E966-551747D9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DB892-F5CF-C445-3F49-6FF99ED5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887E3-827E-6042-336E-CA09DCFD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9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2445-BF32-44C6-BC84-7EDE28D9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06D1D-B203-9536-0108-6DA59023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36153-580E-422E-6349-CD3D829E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CE2C-06F3-55D6-A49E-C80CE8AD2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BEEC9-DD24-6CAE-6E0D-622B89B5C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CB69BF-D063-DACE-07C2-2952C664A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0AF1F-CE6F-CEBE-95F7-7F5CF94D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AB76E-929D-B99A-732D-1484E3D6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0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8B62-4D05-6346-593D-F2BDD5F32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72526-6DC8-D533-AEAD-BCABED8D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B2309-5C0C-EBF8-7E4F-B6A91907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99418-7FE8-0AFF-50D5-486620C4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7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843B8-5EB7-A538-15CA-07509AF1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C4023-315B-CD04-3DCD-F4AFD050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8938-4633-2A2C-B2AB-42DC99F7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8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1866-BAF0-B2FB-9891-76640C6E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3FD9E-3135-0409-9C6D-C38530A1C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6F145-7DD8-E728-4112-B5C027102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86833-9CE1-AF99-F063-7A9C46E5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DC40F-C6B9-9D22-D3DF-451FDC22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205A-B4F3-12C7-8BAC-0138C203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0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CDD5-58FC-3BDD-4A3B-BF401252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4F18C2-452D-4004-2696-25030821E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B82CB-4172-0754-64B0-5BF29DA37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41B25-342E-5FB3-0012-D48C0023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EC835-09D6-4694-11CA-38DCE994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B9223-06B2-2F1B-9455-3EC2B555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3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3D89-1B00-95C9-5E63-049646E6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E1747-9436-2244-851C-0A094A4B1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880FE-8604-E433-7C57-24D80ACC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5A11-339C-59D9-7D71-E0224A36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7E90B-DE46-524F-5666-E5906E71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0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4FCF5-1C68-D3AE-C9C5-062589A9B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EB851-7AD6-93CD-2547-A0846A5FD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AB393-6C8C-3CCC-A431-E347AAFC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A1899-ACF9-B15B-4CAC-93E3D0DA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60C3C-83AD-E93F-AE2C-41EB90B2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4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CBC0F-031D-0199-BD3E-6759478F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1661D-1C94-8500-3161-7043E99F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CB01F-9C6A-CE33-A5D8-EF1476D7F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9EAD7-CD46-4A5E-90CD-9AE30E9BD01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4C5F5-2C86-F92B-CEC6-DBBF37211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10203-AF18-F92A-654E-202EB8ECE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587B5-0348-478F-965D-C8A895687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2C45-3A1F-D718-51F0-7EA3FA79F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Huzaifa</a:t>
            </a:r>
          </a:p>
        </p:txBody>
      </p:sp>
    </p:spTree>
    <p:extLst>
      <p:ext uri="{BB962C8B-B14F-4D97-AF65-F5344CB8AC3E}">
        <p14:creationId xmlns:p14="http://schemas.microsoft.com/office/powerpoint/2010/main" val="103882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Huzaifa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Huzaifa</dc:title>
  <dc:creator>Lenovo</dc:creator>
  <cp:lastModifiedBy>Lenovo</cp:lastModifiedBy>
  <cp:revision>1</cp:revision>
  <dcterms:created xsi:type="dcterms:W3CDTF">2025-12-10T06:08:10Z</dcterms:created>
  <dcterms:modified xsi:type="dcterms:W3CDTF">2025-12-10T06:08:19Z</dcterms:modified>
</cp:coreProperties>
</file>