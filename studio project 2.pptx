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173F-9C02-A52D-D8FD-8BD8B2A6D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DB698-1ACC-8315-E078-04D7AA48F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1100E-441D-94F3-6D32-97EAFAC5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7D8EA-4011-692C-CB1A-2B2A1F8E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01C8A-F11C-7F90-DF1A-CCD14078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47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8FC2-3617-2947-D5F5-D662146A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46444-3B22-D43F-E6BE-53F0F5B3F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2CB25-7112-895A-E9D4-B2D6D8377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74EFC-1462-1524-1CE2-372059D45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F097E-06AF-3C06-97B6-F5AE1618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9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EF54-B75C-ADDA-EB0F-5278E317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55D2A-E82C-8833-9085-76A5055FA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936BD-5561-5DDB-A115-D3E911BB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DF732-9B3A-C673-600A-FA8308D8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8B9FE-26B9-7FEE-85A0-90932DAE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22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DBE6-76DB-16FB-E84F-FC20B0DB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0165-2A89-419B-FAC0-752E79C45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35B9E-C268-C84F-ADD0-CF6A9C110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9091A-767B-90E7-035D-2CE2AAA2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A5CC1-2BFE-5DD1-58C7-2AF58F34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DB21B-18DE-0F46-B9AD-60C25A9F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1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B617-5E12-FD2B-AA16-316850857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1B8E6-EE2F-E3BF-B2E7-040A10149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6401-33CD-846E-A7E9-DB81D2772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730E-2A3D-B6C1-9478-C80605035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9330CB-101E-A698-4793-2BD356C2D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F1B30-DE15-B37D-51FF-8E814D71A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E517E-E62D-23F4-204A-0A665FC5A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4C7CB-1D6B-6E3C-F89D-F62282A9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2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C3B6-9339-2386-A5DD-F43478576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5A61BF-C296-F463-0D35-56F667339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5C1D3-F38D-6E15-2967-8309C3F02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899FB-CD3A-8630-7E4E-F177562A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E3E3A2-1249-27E8-F5CA-1DD154F97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17FD5-F3F5-2389-2A8B-E71AFCE78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86B3C-0789-3BF0-3890-4B2F6531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7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1067-2517-07BB-60B6-F6D76AD9C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0B648-7BF3-DE8C-BCB6-C597EBF2B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E6DFC-DCFA-397E-201F-36C2A4766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15B8-F757-D2FA-695F-1E6BA8164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0F433-5E8B-5F80-3A69-B4458F86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78E3C-F212-CAAF-616A-932AE92CA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3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A51A-4964-9B15-19B3-F27E7929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D3594A-8DF3-958E-A052-C52F6EEB4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F50D8-3759-EEDA-BCF9-CBB2A6A86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1FBCB-F853-0EE5-9AAE-051839BC1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A4DE5-75B8-64E1-7327-13EAF248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28071-AEA8-9872-CBB4-519BE894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717E1-973D-2B0A-E624-C0C3D9601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3BCAB-739F-AF9E-F34A-BDCA7480F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73AED-05C6-54A2-E13A-AA5EECDA9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ADE9A-1C8C-5789-0E98-7498414CE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4E20-224B-E428-B237-4FA85449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503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38CC3-A86F-C5ED-3B13-9F07D3AC5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CE46C7-4DD6-AA3A-0BD9-69A3A6E79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6C512-0495-26CD-F833-CC0B1842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DAB4E-344A-0ED0-1F5F-80DA1B1C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6277C-471D-6998-B140-115E581E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AC5AE8-1BC6-B513-4686-81B6069D0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E5B4B-3805-1E1F-912B-C6FADF34A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BBC78-30E1-1600-780B-DE4F244A7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81FF1-1233-485C-9662-90921CCAEB88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FA292-AE68-C570-8406-4437F8E23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FEAE6-399B-60F7-2616-6BDABB146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8BE67-2602-4873-B185-C45FCF4452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9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3FC506-1FA4-D589-2315-D3643C56E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Huzaifa</a:t>
            </a:r>
          </a:p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58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</cp:revision>
  <dcterms:created xsi:type="dcterms:W3CDTF">2025-12-10T06:09:12Z</dcterms:created>
  <dcterms:modified xsi:type="dcterms:W3CDTF">2025-12-10T06:09:45Z</dcterms:modified>
</cp:coreProperties>
</file>